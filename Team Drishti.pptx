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E6FE"/>
    <a:srgbClr val="4F81BD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KET RAWOOL" userId="65a1f75ddfc06abe" providerId="LiveId" clId="{BD453562-9D9C-40B1-A131-33C0F28A2DB7}"/>
    <pc:docChg chg="undo custSel modSld">
      <pc:chgData name="SANKET RAWOOL" userId="65a1f75ddfc06abe" providerId="LiveId" clId="{BD453562-9D9C-40B1-A131-33C0F28A2DB7}" dt="2026-09-06T17:29:46.446" v="204" actId="14100"/>
      <pc:docMkLst>
        <pc:docMk/>
      </pc:docMkLst>
      <pc:sldChg chg="delSp modSp mod">
        <pc:chgData name="SANKET RAWOOL" userId="65a1f75ddfc06abe" providerId="LiveId" clId="{BD453562-9D9C-40B1-A131-33C0F28A2DB7}" dt="2026-09-06T17:22:51.812" v="77" actId="14100"/>
        <pc:sldMkLst>
          <pc:docMk/>
          <pc:sldMk cId="0" sldId="281"/>
        </pc:sldMkLst>
        <pc:spChg chg="mod">
          <ac:chgData name="SANKET RAWOOL" userId="65a1f75ddfc06abe" providerId="LiveId" clId="{BD453562-9D9C-40B1-A131-33C0F28A2DB7}" dt="2026-09-06T17:22:03.988" v="68" actId="14100"/>
          <ac:spMkLst>
            <pc:docMk/>
            <pc:sldMk cId="0" sldId="281"/>
            <ac:spMk id="17" creationId="{F573B4AD-181B-2F08-7244-7A5C5B467C8B}"/>
          </ac:spMkLst>
        </pc:spChg>
        <pc:spChg chg="mod">
          <ac:chgData name="SANKET RAWOOL" userId="65a1f75ddfc06abe" providerId="LiveId" clId="{BD453562-9D9C-40B1-A131-33C0F28A2DB7}" dt="2026-09-06T17:22:24.058" v="75" actId="20577"/>
          <ac:spMkLst>
            <pc:docMk/>
            <pc:sldMk cId="0" sldId="281"/>
            <ac:spMk id="21" creationId="{BE110195-9AC5-6499-D406-51915D6F489B}"/>
          </ac:spMkLst>
        </pc:spChg>
        <pc:spChg chg="mod">
          <ac:chgData name="SANKET RAWOOL" userId="65a1f75ddfc06abe" providerId="LiveId" clId="{BD453562-9D9C-40B1-A131-33C0F28A2DB7}" dt="2026-09-06T17:22:51.812" v="77" actId="14100"/>
          <ac:spMkLst>
            <pc:docMk/>
            <pc:sldMk cId="0" sldId="281"/>
            <ac:spMk id="22" creationId="{1CB1712D-E3A9-76FE-97FD-287F413EAB28}"/>
          </ac:spMkLst>
        </pc:spChg>
        <pc:picChg chg="del">
          <ac:chgData name="SANKET RAWOOL" userId="65a1f75ddfc06abe" providerId="LiveId" clId="{BD453562-9D9C-40B1-A131-33C0F28A2DB7}" dt="2026-09-06T17:01:21.700" v="0" actId="478"/>
          <ac:picMkLst>
            <pc:docMk/>
            <pc:sldMk cId="0" sldId="281"/>
            <ac:picMk id="30" creationId="{8B438A0E-487F-F28F-7FC3-AA6A5BDD3422}"/>
          </ac:picMkLst>
        </pc:picChg>
        <pc:picChg chg="mod">
          <ac:chgData name="SANKET RAWOOL" userId="65a1f75ddfc06abe" providerId="LiveId" clId="{BD453562-9D9C-40B1-A131-33C0F28A2DB7}" dt="2026-09-06T17:22:39.972" v="76" actId="1076"/>
          <ac:picMkLst>
            <pc:docMk/>
            <pc:sldMk cId="0" sldId="281"/>
            <ac:picMk id="34" creationId="{1FEEA511-0297-35ED-82BF-4FA3D61A7A14}"/>
          </ac:picMkLst>
        </pc:picChg>
      </pc:sldChg>
      <pc:sldChg chg="addSp delSp modSp mod">
        <pc:chgData name="SANKET RAWOOL" userId="65a1f75ddfc06abe" providerId="LiveId" clId="{BD453562-9D9C-40B1-A131-33C0F28A2DB7}" dt="2026-09-06T17:29:46.446" v="204" actId="14100"/>
        <pc:sldMkLst>
          <pc:docMk/>
          <pc:sldMk cId="0" sldId="290"/>
        </pc:sldMkLst>
        <pc:spChg chg="add mod">
          <ac:chgData name="SANKET RAWOOL" userId="65a1f75ddfc06abe" providerId="LiveId" clId="{BD453562-9D9C-40B1-A131-33C0F28A2DB7}" dt="2026-09-06T17:28:07.245" v="177" actId="14100"/>
          <ac:spMkLst>
            <pc:docMk/>
            <pc:sldMk cId="0" sldId="290"/>
            <ac:spMk id="2" creationId="{E94C113C-57FE-DEC8-FAAC-9651B91FBDD7}"/>
          </ac:spMkLst>
        </pc:spChg>
        <pc:spChg chg="add del mod">
          <ac:chgData name="SANKET RAWOOL" userId="65a1f75ddfc06abe" providerId="LiveId" clId="{BD453562-9D9C-40B1-A131-33C0F28A2DB7}" dt="2026-09-06T17:12:34.840" v="12"/>
          <ac:spMkLst>
            <pc:docMk/>
            <pc:sldMk cId="0" sldId="290"/>
            <ac:spMk id="3" creationId="{CE767431-73D6-6B98-2D1E-A769C4055C3E}"/>
          </ac:spMkLst>
        </pc:spChg>
        <pc:spChg chg="mod">
          <ac:chgData name="SANKET RAWOOL" userId="65a1f75ddfc06abe" providerId="LiveId" clId="{BD453562-9D9C-40B1-A131-33C0F28A2DB7}" dt="2026-09-06T17:10:33.516" v="3" actId="1076"/>
          <ac:spMkLst>
            <pc:docMk/>
            <pc:sldMk cId="0" sldId="290"/>
            <ac:spMk id="11" creationId="{5DBCE864-823D-4A13-9607-5DA1F0ED5FB8}"/>
          </ac:spMkLst>
        </pc:spChg>
        <pc:spChg chg="add mod">
          <ac:chgData name="SANKET RAWOOL" userId="65a1f75ddfc06abe" providerId="LiveId" clId="{BD453562-9D9C-40B1-A131-33C0F28A2DB7}" dt="2026-09-06T17:20:44.235" v="60" actId="12"/>
          <ac:spMkLst>
            <pc:docMk/>
            <pc:sldMk cId="0" sldId="290"/>
            <ac:spMk id="29" creationId="{6C900CBF-48A5-95F1-A139-C407636D4A81}"/>
          </ac:spMkLst>
        </pc:spChg>
        <pc:spChg chg="del mod">
          <ac:chgData name="SANKET RAWOOL" userId="65a1f75ddfc06abe" providerId="LiveId" clId="{BD453562-9D9C-40B1-A131-33C0F28A2DB7}" dt="2026-09-06T17:10:26.112" v="2" actId="478"/>
          <ac:spMkLst>
            <pc:docMk/>
            <pc:sldMk cId="0" sldId="290"/>
            <ac:spMk id="17410" creationId="{00000000-0000-0000-0000-000000000000}"/>
          </ac:spMkLst>
        </pc:spChg>
        <pc:picChg chg="add mod">
          <ac:chgData name="SANKET RAWOOL" userId="65a1f75ddfc06abe" providerId="LiveId" clId="{BD453562-9D9C-40B1-A131-33C0F28A2DB7}" dt="2026-09-06T17:12:23.831" v="10" actId="1076"/>
          <ac:picMkLst>
            <pc:docMk/>
            <pc:sldMk cId="0" sldId="290"/>
            <ac:picMk id="5" creationId="{E36BAAAB-2E49-502E-AF6C-B08CC0C7BA35}"/>
          </ac:picMkLst>
        </pc:picChg>
        <pc:picChg chg="add del mod">
          <ac:chgData name="SANKET RAWOOL" userId="65a1f75ddfc06abe" providerId="LiveId" clId="{BD453562-9D9C-40B1-A131-33C0F28A2DB7}" dt="2026-09-06T17:28:26.928" v="179" actId="478"/>
          <ac:picMkLst>
            <pc:docMk/>
            <pc:sldMk cId="0" sldId="290"/>
            <ac:picMk id="9" creationId="{EBD1505F-3978-637F-33BD-80D7EB43A86E}"/>
          </ac:picMkLst>
        </pc:picChg>
        <pc:picChg chg="mod">
          <ac:chgData name="SANKET RAWOOL" userId="65a1f75ddfc06abe" providerId="LiveId" clId="{BD453562-9D9C-40B1-A131-33C0F28A2DB7}" dt="2026-09-06T17:10:41.620" v="4" actId="1076"/>
          <ac:picMkLst>
            <pc:docMk/>
            <pc:sldMk cId="0" sldId="290"/>
            <ac:picMk id="12" creationId="{00000000-0000-0000-0000-000000000000}"/>
          </ac:picMkLst>
        </pc:picChg>
        <pc:picChg chg="add mod">
          <ac:chgData name="SANKET RAWOOL" userId="65a1f75ddfc06abe" providerId="LiveId" clId="{BD453562-9D9C-40B1-A131-33C0F28A2DB7}" dt="2026-09-06T17:29:22.197" v="195" actId="1076"/>
          <ac:picMkLst>
            <pc:docMk/>
            <pc:sldMk cId="0" sldId="290"/>
            <ac:picMk id="14" creationId="{B306AC71-6F66-4C6B-EE25-B88B072AE0A9}"/>
          </ac:picMkLst>
        </pc:picChg>
        <pc:picChg chg="add mod">
          <ac:chgData name="SANKET RAWOOL" userId="65a1f75ddfc06abe" providerId="LiveId" clId="{BD453562-9D9C-40B1-A131-33C0F28A2DB7}" dt="2026-09-06T17:29:24.325" v="196" actId="1076"/>
          <ac:picMkLst>
            <pc:docMk/>
            <pc:sldMk cId="0" sldId="290"/>
            <ac:picMk id="16" creationId="{E0A94A6C-50BA-12A5-8AC2-FED4B8771DA2}"/>
          </ac:picMkLst>
        </pc:picChg>
        <pc:picChg chg="add mod">
          <ac:chgData name="SANKET RAWOOL" userId="65a1f75ddfc06abe" providerId="LiveId" clId="{BD453562-9D9C-40B1-A131-33C0F28A2DB7}" dt="2026-09-06T17:29:26.990" v="197" actId="1076"/>
          <ac:picMkLst>
            <pc:docMk/>
            <pc:sldMk cId="0" sldId="290"/>
            <ac:picMk id="18" creationId="{2E4CC84B-949D-1D85-338A-97D6FF060ECE}"/>
          </ac:picMkLst>
        </pc:picChg>
        <pc:picChg chg="add mod">
          <ac:chgData name="SANKET RAWOOL" userId="65a1f75ddfc06abe" providerId="LiveId" clId="{BD453562-9D9C-40B1-A131-33C0F28A2DB7}" dt="2026-09-06T17:29:28.717" v="198" actId="1076"/>
          <ac:picMkLst>
            <pc:docMk/>
            <pc:sldMk cId="0" sldId="290"/>
            <ac:picMk id="20" creationId="{A575E032-E38F-79DE-7099-B2D6A7FEB51B}"/>
          </ac:picMkLst>
        </pc:picChg>
        <pc:picChg chg="add mod">
          <ac:chgData name="SANKET RAWOOL" userId="65a1f75ddfc06abe" providerId="LiveId" clId="{BD453562-9D9C-40B1-A131-33C0F28A2DB7}" dt="2026-09-06T17:29:33.276" v="201" actId="1076"/>
          <ac:picMkLst>
            <pc:docMk/>
            <pc:sldMk cId="0" sldId="290"/>
            <ac:picMk id="22" creationId="{048DB276-2156-61AE-A1ED-2E32EA61162C}"/>
          </ac:picMkLst>
        </pc:picChg>
        <pc:picChg chg="add mod">
          <ac:chgData name="SANKET RAWOOL" userId="65a1f75ddfc06abe" providerId="LiveId" clId="{BD453562-9D9C-40B1-A131-33C0F28A2DB7}" dt="2026-09-06T17:29:36.335" v="202" actId="1076"/>
          <ac:picMkLst>
            <pc:docMk/>
            <pc:sldMk cId="0" sldId="290"/>
            <ac:picMk id="24" creationId="{969C9CFC-4810-E40C-52B5-5F00EE6ECD7A}"/>
          </ac:picMkLst>
        </pc:picChg>
        <pc:picChg chg="add del mod">
          <ac:chgData name="SANKET RAWOOL" userId="65a1f75ddfc06abe" providerId="LiveId" clId="{BD453562-9D9C-40B1-A131-33C0F28A2DB7}" dt="2026-09-06T17:16:46.972" v="41" actId="478"/>
          <ac:picMkLst>
            <pc:docMk/>
            <pc:sldMk cId="0" sldId="290"/>
            <ac:picMk id="26" creationId="{E43199FA-E1E2-C7F0-AFB2-26B433ADBEBF}"/>
          </ac:picMkLst>
        </pc:picChg>
        <pc:picChg chg="add mod">
          <ac:chgData name="SANKET RAWOOL" userId="65a1f75ddfc06abe" providerId="LiveId" clId="{BD453562-9D9C-40B1-A131-33C0F28A2DB7}" dt="2026-09-06T17:29:46.446" v="204" actId="14100"/>
          <ac:picMkLst>
            <pc:docMk/>
            <pc:sldMk cId="0" sldId="290"/>
            <ac:picMk id="28" creationId="{1FBC5500-98E5-F82C-5035-7F26B3868C67}"/>
          </ac:picMkLst>
        </pc:picChg>
      </pc:sldChg>
      <pc:sldChg chg="modSp mod">
        <pc:chgData name="SANKET RAWOOL" userId="65a1f75ddfc06abe" providerId="LiveId" clId="{BD453562-9D9C-40B1-A131-33C0F28A2DB7}" dt="2026-09-06T17:27:32.879" v="176" actId="20577"/>
        <pc:sldMkLst>
          <pc:docMk/>
          <pc:sldMk cId="3753387913" sldId="293"/>
        </pc:sldMkLst>
        <pc:spChg chg="mod">
          <ac:chgData name="SANKET RAWOOL" userId="65a1f75ddfc06abe" providerId="LiveId" clId="{BD453562-9D9C-40B1-A131-33C0F28A2DB7}" dt="2026-09-06T17:27:32.879" v="176" actId="20577"/>
          <ac:spMkLst>
            <pc:docMk/>
            <pc:sldMk cId="3753387913" sldId="293"/>
            <ac:spMk id="14" creationId="{4CB9AB30-4E1A-0060-0B8A-A6BA6AC1BEDE}"/>
          </ac:spMkLst>
        </pc:spChg>
      </pc:sldChg>
      <pc:sldChg chg="modSp mod">
        <pc:chgData name="SANKET RAWOOL" userId="65a1f75ddfc06abe" providerId="LiveId" clId="{BD453562-9D9C-40B1-A131-33C0F28A2DB7}" dt="2026-09-06T17:27:11.771" v="174" actId="20577"/>
        <pc:sldMkLst>
          <pc:docMk/>
          <pc:sldMk cId="2997144140" sldId="294"/>
        </pc:sldMkLst>
        <pc:spChg chg="mod">
          <ac:chgData name="SANKET RAWOOL" userId="65a1f75ddfc06abe" providerId="LiveId" clId="{BD453562-9D9C-40B1-A131-33C0F28A2DB7}" dt="2026-09-06T17:26:37.362" v="170" actId="14100"/>
          <ac:spMkLst>
            <pc:docMk/>
            <pc:sldMk cId="2997144140" sldId="294"/>
            <ac:spMk id="4" creationId="{490A50FB-0845-2E34-7893-D9734204D3EC}"/>
          </ac:spMkLst>
        </pc:spChg>
        <pc:spChg chg="mod">
          <ac:chgData name="SANKET RAWOOL" userId="65a1f75ddfc06abe" providerId="LiveId" clId="{BD453562-9D9C-40B1-A131-33C0F28A2DB7}" dt="2026-09-06T17:26:52.682" v="172" actId="14100"/>
          <ac:spMkLst>
            <pc:docMk/>
            <pc:sldMk cId="2997144140" sldId="294"/>
            <ac:spMk id="5" creationId="{560721AF-B790-B79B-E848-688F8848EDB3}"/>
          </ac:spMkLst>
        </pc:spChg>
        <pc:spChg chg="mod">
          <ac:chgData name="SANKET RAWOOL" userId="65a1f75ddfc06abe" providerId="LiveId" clId="{BD453562-9D9C-40B1-A131-33C0F28A2DB7}" dt="2026-09-06T17:27:11.771" v="174" actId="20577"/>
          <ac:spMkLst>
            <pc:docMk/>
            <pc:sldMk cId="2997144140" sldId="294"/>
            <ac:spMk id="9" creationId="{8BC85ECE-32E9-FEC3-AA17-BF2E00F1BC0F}"/>
          </ac:spMkLst>
        </pc:spChg>
      </pc:sldChg>
      <pc:sldChg chg="modSp mod">
        <pc:chgData name="SANKET RAWOOL" userId="65a1f75ddfc06abe" providerId="LiveId" clId="{BD453562-9D9C-40B1-A131-33C0F28A2DB7}" dt="2026-09-06T17:25:00.757" v="87" actId="20577"/>
        <pc:sldMkLst>
          <pc:docMk/>
          <pc:sldMk cId="3916788613" sldId="296"/>
        </pc:sldMkLst>
        <pc:spChg chg="mod">
          <ac:chgData name="SANKET RAWOOL" userId="65a1f75ddfc06abe" providerId="LiveId" clId="{BD453562-9D9C-40B1-A131-33C0F28A2DB7}" dt="2026-09-06T17:25:00.757" v="87" actId="20577"/>
          <ac:spMkLst>
            <pc:docMk/>
            <pc:sldMk cId="3916788613" sldId="296"/>
            <ac:spMk id="13" creationId="{2E120406-9BE9-D661-15E3-C22A30B9002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59D273-292F-4205-91D7-8F920A370A96}" type="doc">
      <dgm:prSet loTypeId="urn:microsoft.com/office/officeart/2005/8/layout/cycle4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2512D5CD-A5F8-4DF3-8347-C1F1C8B29CB1}">
      <dgm:prSet phldrT="[Text]"/>
      <dgm:spPr>
        <a:solidFill>
          <a:srgbClr val="4F81BD"/>
        </a:solidFill>
      </dgm:spPr>
      <dgm:t>
        <a:bodyPr/>
        <a:lstStyle/>
        <a:p>
          <a:pPr>
            <a:buNone/>
          </a:pPr>
          <a:r>
            <a:rPr lang="en-IN" b="1" dirty="0"/>
            <a:t>Technical</a:t>
          </a:r>
        </a:p>
      </dgm:t>
    </dgm:pt>
    <dgm:pt modelId="{37427823-4274-48C9-BBDA-4E57A7CBFC2B}" type="parTrans" cxnId="{5526A5DF-179B-4E28-B0C1-B1218889D078}">
      <dgm:prSet/>
      <dgm:spPr/>
      <dgm:t>
        <a:bodyPr/>
        <a:lstStyle/>
        <a:p>
          <a:endParaRPr lang="en-IN"/>
        </a:p>
      </dgm:t>
    </dgm:pt>
    <dgm:pt modelId="{85B258E9-0358-4C7B-993F-9307E36E0DD3}" type="sibTrans" cxnId="{5526A5DF-179B-4E28-B0C1-B1218889D078}">
      <dgm:prSet/>
      <dgm:spPr/>
      <dgm:t>
        <a:bodyPr/>
        <a:lstStyle/>
        <a:p>
          <a:endParaRPr lang="en-IN"/>
        </a:p>
      </dgm:t>
    </dgm:pt>
    <dgm:pt modelId="{386B0995-3171-401F-B54F-0198B21C43F1}">
      <dgm:prSet phldrT="[Text]"/>
      <dgm:spPr/>
      <dgm:t>
        <a:bodyPr/>
        <a:lstStyle/>
        <a:p>
          <a:pPr>
            <a:buNone/>
          </a:pPr>
          <a:r>
            <a:rPr lang="en-IN" dirty="0"/>
            <a:t>AI + GIS + Web + Mobile</a:t>
          </a:r>
        </a:p>
      </dgm:t>
    </dgm:pt>
    <dgm:pt modelId="{86518FDF-FA62-4050-8DD9-BB29F301DCED}" type="parTrans" cxnId="{73963985-9146-476B-B6C3-D025331C7D42}">
      <dgm:prSet/>
      <dgm:spPr/>
      <dgm:t>
        <a:bodyPr/>
        <a:lstStyle/>
        <a:p>
          <a:endParaRPr lang="en-IN"/>
        </a:p>
      </dgm:t>
    </dgm:pt>
    <dgm:pt modelId="{93D95ED9-A044-47E3-9F1C-788B54C87073}" type="sibTrans" cxnId="{73963985-9146-476B-B6C3-D025331C7D42}">
      <dgm:prSet/>
      <dgm:spPr/>
      <dgm:t>
        <a:bodyPr/>
        <a:lstStyle/>
        <a:p>
          <a:endParaRPr lang="en-IN"/>
        </a:p>
      </dgm:t>
    </dgm:pt>
    <dgm:pt modelId="{F10C0ED7-BCBB-4DED-B210-50E5737D7715}">
      <dgm:prSet phldrT="[Text]"/>
      <dgm:spPr/>
      <dgm:t>
        <a:bodyPr/>
        <a:lstStyle/>
        <a:p>
          <a:pPr>
            <a:buNone/>
          </a:pPr>
          <a:r>
            <a:rPr lang="en-IN" b="1" dirty="0"/>
            <a:t>Data</a:t>
          </a:r>
        </a:p>
      </dgm:t>
    </dgm:pt>
    <dgm:pt modelId="{EB1E6E8A-D31D-45C2-8AD6-A5E65711DA17}" type="parTrans" cxnId="{E747CB3C-306F-4F9E-B61B-0E9A64A55BA8}">
      <dgm:prSet/>
      <dgm:spPr/>
      <dgm:t>
        <a:bodyPr/>
        <a:lstStyle/>
        <a:p>
          <a:endParaRPr lang="en-IN"/>
        </a:p>
      </dgm:t>
    </dgm:pt>
    <dgm:pt modelId="{E9C4E6CC-8D71-4CB3-82B7-C202F369B572}" type="sibTrans" cxnId="{E747CB3C-306F-4F9E-B61B-0E9A64A55BA8}">
      <dgm:prSet/>
      <dgm:spPr/>
      <dgm:t>
        <a:bodyPr/>
        <a:lstStyle/>
        <a:p>
          <a:endParaRPr lang="en-IN"/>
        </a:p>
      </dgm:t>
    </dgm:pt>
    <dgm:pt modelId="{BE589D2C-3227-45D4-85FB-A43C9A4D5410}">
      <dgm:prSet phldrT="[Text]"/>
      <dgm:spPr/>
      <dgm:t>
        <a:bodyPr/>
        <a:lstStyle/>
        <a:p>
          <a:pPr>
            <a:buNone/>
          </a:pPr>
          <a:r>
            <a:rPr lang="en-IN" dirty="0"/>
            <a:t>Satellite + Weather + Historical Data as csv and </a:t>
          </a:r>
          <a:r>
            <a:rPr lang="en-IN" dirty="0" err="1"/>
            <a:t>json</a:t>
          </a:r>
          <a:endParaRPr lang="en-IN" dirty="0"/>
        </a:p>
      </dgm:t>
    </dgm:pt>
    <dgm:pt modelId="{4E14BAB7-6AFB-4B83-97A7-26FFF0B139D4}" type="parTrans" cxnId="{4C61E10F-5511-44DF-989C-EFD8BDDB6EF8}">
      <dgm:prSet/>
      <dgm:spPr/>
      <dgm:t>
        <a:bodyPr/>
        <a:lstStyle/>
        <a:p>
          <a:endParaRPr lang="en-IN"/>
        </a:p>
      </dgm:t>
    </dgm:pt>
    <dgm:pt modelId="{73E58284-74E0-4859-A1B7-6CCCDBCC2E44}" type="sibTrans" cxnId="{4C61E10F-5511-44DF-989C-EFD8BDDB6EF8}">
      <dgm:prSet/>
      <dgm:spPr/>
      <dgm:t>
        <a:bodyPr/>
        <a:lstStyle/>
        <a:p>
          <a:endParaRPr lang="en-IN"/>
        </a:p>
      </dgm:t>
    </dgm:pt>
    <dgm:pt modelId="{E9158A91-A6DD-41D2-A613-FBC63F260B39}">
      <dgm:prSet phldrT="[Text]"/>
      <dgm:spPr/>
      <dgm:t>
        <a:bodyPr/>
        <a:lstStyle/>
        <a:p>
          <a:pPr>
            <a:buNone/>
          </a:pPr>
          <a:r>
            <a:rPr lang="en-IN" b="1" dirty="0"/>
            <a:t>Operational</a:t>
          </a:r>
        </a:p>
      </dgm:t>
    </dgm:pt>
    <dgm:pt modelId="{BE758AE4-4F84-40A8-B141-68565D46166E}" type="parTrans" cxnId="{01F9B9B0-28B0-462E-BAC4-6DD15F647241}">
      <dgm:prSet/>
      <dgm:spPr/>
      <dgm:t>
        <a:bodyPr/>
        <a:lstStyle/>
        <a:p>
          <a:endParaRPr lang="en-IN"/>
        </a:p>
      </dgm:t>
    </dgm:pt>
    <dgm:pt modelId="{B0ADB584-5CA3-4751-AA21-5D37FDAC361F}" type="sibTrans" cxnId="{01F9B9B0-28B0-462E-BAC4-6DD15F647241}">
      <dgm:prSet/>
      <dgm:spPr/>
      <dgm:t>
        <a:bodyPr/>
        <a:lstStyle/>
        <a:p>
          <a:endParaRPr lang="en-IN"/>
        </a:p>
      </dgm:t>
    </dgm:pt>
    <dgm:pt modelId="{78CFBAFC-FD18-4B62-A1C8-8F20C593ABE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Authority + Citizen + Field Officer </a:t>
          </a:r>
        </a:p>
      </dgm:t>
    </dgm:pt>
    <dgm:pt modelId="{71FF9BA2-33BB-439A-97A3-E61648AD0581}" type="parTrans" cxnId="{1551DCD8-6B0F-413A-8EBB-09BA6E2D9303}">
      <dgm:prSet/>
      <dgm:spPr/>
      <dgm:t>
        <a:bodyPr/>
        <a:lstStyle/>
        <a:p>
          <a:endParaRPr lang="en-IN"/>
        </a:p>
      </dgm:t>
    </dgm:pt>
    <dgm:pt modelId="{D67D27B3-E1D0-4ADA-94D6-9D3B9B0C8CCD}" type="sibTrans" cxnId="{1551DCD8-6B0F-413A-8EBB-09BA6E2D9303}">
      <dgm:prSet/>
      <dgm:spPr/>
      <dgm:t>
        <a:bodyPr/>
        <a:lstStyle/>
        <a:p>
          <a:endParaRPr lang="en-IN"/>
        </a:p>
      </dgm:t>
    </dgm:pt>
    <dgm:pt modelId="{1103EF5F-278C-4D34-BC90-F8BF41A6F2D4}">
      <dgm:prSet phldrT="[Text]"/>
      <dgm:spPr/>
      <dgm:t>
        <a:bodyPr/>
        <a:lstStyle/>
        <a:p>
          <a:pPr>
            <a:buNone/>
          </a:pPr>
          <a:r>
            <a:rPr lang="en-IN" b="1" dirty="0"/>
            <a:t>Scalability</a:t>
          </a:r>
        </a:p>
      </dgm:t>
    </dgm:pt>
    <dgm:pt modelId="{AB54154C-5F8C-4EB1-9927-7D5A20F1546B}" type="parTrans" cxnId="{B0CC0BE0-142B-4414-8082-C246C792F442}">
      <dgm:prSet/>
      <dgm:spPr/>
      <dgm:t>
        <a:bodyPr/>
        <a:lstStyle/>
        <a:p>
          <a:endParaRPr lang="en-IN"/>
        </a:p>
      </dgm:t>
    </dgm:pt>
    <dgm:pt modelId="{71AFECEA-0C51-4F23-BBC7-FB2FF9D81077}" type="sibTrans" cxnId="{B0CC0BE0-142B-4414-8082-C246C792F442}">
      <dgm:prSet/>
      <dgm:spPr/>
      <dgm:t>
        <a:bodyPr/>
        <a:lstStyle/>
        <a:p>
          <a:endParaRPr lang="en-IN"/>
        </a:p>
      </dgm:t>
    </dgm:pt>
    <dgm:pt modelId="{2CEAA038-1959-4DC3-8CF7-2C4C5C6788AC}">
      <dgm:prSet phldrT="[Text]"/>
      <dgm:spPr/>
      <dgm:t>
        <a:bodyPr/>
        <a:lstStyle/>
        <a:p>
          <a:pPr>
            <a:buNone/>
          </a:pPr>
          <a:r>
            <a:rPr lang="en-IN" b="0" dirty="0"/>
            <a:t>District → State → North-East India</a:t>
          </a:r>
        </a:p>
      </dgm:t>
    </dgm:pt>
    <dgm:pt modelId="{F4ED0848-9489-47F8-A36A-D5BCE5562926}" type="parTrans" cxnId="{9D63F446-D330-45FF-94D2-5FA2C8DC23C7}">
      <dgm:prSet/>
      <dgm:spPr/>
      <dgm:t>
        <a:bodyPr/>
        <a:lstStyle/>
        <a:p>
          <a:endParaRPr lang="en-IN"/>
        </a:p>
      </dgm:t>
    </dgm:pt>
    <dgm:pt modelId="{F489DF05-2268-473D-9536-3A11E7D0671E}" type="sibTrans" cxnId="{9D63F446-D330-45FF-94D2-5FA2C8DC23C7}">
      <dgm:prSet/>
      <dgm:spPr/>
      <dgm:t>
        <a:bodyPr/>
        <a:lstStyle/>
        <a:p>
          <a:endParaRPr lang="en-IN"/>
        </a:p>
      </dgm:t>
    </dgm:pt>
    <dgm:pt modelId="{41D7E95A-E586-4E59-9D98-FAA0FEF5FA72}" type="pres">
      <dgm:prSet presAssocID="{AB59D273-292F-4205-91D7-8F920A370A96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8BCFBB6-597A-4FB6-9231-78BF2F886F78}" type="pres">
      <dgm:prSet presAssocID="{AB59D273-292F-4205-91D7-8F920A370A96}" presName="children" presStyleCnt="0"/>
      <dgm:spPr/>
    </dgm:pt>
    <dgm:pt modelId="{A8748A78-A1C0-49B7-8B77-6EE273188CA4}" type="pres">
      <dgm:prSet presAssocID="{AB59D273-292F-4205-91D7-8F920A370A96}" presName="child1group" presStyleCnt="0"/>
      <dgm:spPr/>
    </dgm:pt>
    <dgm:pt modelId="{6DE49CD1-6CF6-4927-B497-C90CD06ABC1B}" type="pres">
      <dgm:prSet presAssocID="{AB59D273-292F-4205-91D7-8F920A370A96}" presName="child1" presStyleLbl="bgAcc1" presStyleIdx="0" presStyleCnt="4"/>
      <dgm:spPr/>
      <dgm:t>
        <a:bodyPr/>
        <a:lstStyle/>
        <a:p>
          <a:endParaRPr lang="en-US"/>
        </a:p>
      </dgm:t>
    </dgm:pt>
    <dgm:pt modelId="{37911479-E113-4B19-82D1-BC9FA3BEE300}" type="pres">
      <dgm:prSet presAssocID="{AB59D273-292F-4205-91D7-8F920A370A96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0C377E-73BA-48A3-AEA0-63F8EA0D40B8}" type="pres">
      <dgm:prSet presAssocID="{AB59D273-292F-4205-91D7-8F920A370A96}" presName="child2group" presStyleCnt="0"/>
      <dgm:spPr/>
    </dgm:pt>
    <dgm:pt modelId="{B545ED26-6ADD-4115-8E89-4FF2DB1B07DE}" type="pres">
      <dgm:prSet presAssocID="{AB59D273-292F-4205-91D7-8F920A370A96}" presName="child2" presStyleLbl="bgAcc1" presStyleIdx="1" presStyleCnt="4"/>
      <dgm:spPr/>
      <dgm:t>
        <a:bodyPr/>
        <a:lstStyle/>
        <a:p>
          <a:endParaRPr lang="en-US"/>
        </a:p>
      </dgm:t>
    </dgm:pt>
    <dgm:pt modelId="{D5AF0F88-1F72-4D78-B955-FB8A2F3DA16F}" type="pres">
      <dgm:prSet presAssocID="{AB59D273-292F-4205-91D7-8F920A370A96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36AA64-4061-4923-BF6A-55737EF680B9}" type="pres">
      <dgm:prSet presAssocID="{AB59D273-292F-4205-91D7-8F920A370A96}" presName="child3group" presStyleCnt="0"/>
      <dgm:spPr/>
    </dgm:pt>
    <dgm:pt modelId="{0E3E7A23-5B5E-4920-8177-8CE213F38194}" type="pres">
      <dgm:prSet presAssocID="{AB59D273-292F-4205-91D7-8F920A370A96}" presName="child3" presStyleLbl="bgAcc1" presStyleIdx="2" presStyleCnt="4"/>
      <dgm:spPr/>
      <dgm:t>
        <a:bodyPr/>
        <a:lstStyle/>
        <a:p>
          <a:endParaRPr lang="en-US"/>
        </a:p>
      </dgm:t>
    </dgm:pt>
    <dgm:pt modelId="{1A386816-6681-4CBE-8CFD-D2A209D4616D}" type="pres">
      <dgm:prSet presAssocID="{AB59D273-292F-4205-91D7-8F920A370A96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CBC6CD-752A-4974-B835-347F6F89D5D9}" type="pres">
      <dgm:prSet presAssocID="{AB59D273-292F-4205-91D7-8F920A370A96}" presName="child4group" presStyleCnt="0"/>
      <dgm:spPr/>
    </dgm:pt>
    <dgm:pt modelId="{63DE3357-62BF-4CF5-AA10-0E8424246DD3}" type="pres">
      <dgm:prSet presAssocID="{AB59D273-292F-4205-91D7-8F920A370A96}" presName="child4" presStyleLbl="bgAcc1" presStyleIdx="3" presStyleCnt="4"/>
      <dgm:spPr/>
      <dgm:t>
        <a:bodyPr/>
        <a:lstStyle/>
        <a:p>
          <a:endParaRPr lang="en-US"/>
        </a:p>
      </dgm:t>
    </dgm:pt>
    <dgm:pt modelId="{6BA17365-20D8-458C-A498-F3E9C50EB6BF}" type="pres">
      <dgm:prSet presAssocID="{AB59D273-292F-4205-91D7-8F920A370A96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9058CA-F4F0-4B0C-9202-AFEDBA1C851F}" type="pres">
      <dgm:prSet presAssocID="{AB59D273-292F-4205-91D7-8F920A370A96}" presName="childPlaceholder" presStyleCnt="0"/>
      <dgm:spPr/>
    </dgm:pt>
    <dgm:pt modelId="{99A67AFA-90C8-4B62-B1FE-EA28B706FC17}" type="pres">
      <dgm:prSet presAssocID="{AB59D273-292F-4205-91D7-8F920A370A96}" presName="circle" presStyleCnt="0"/>
      <dgm:spPr/>
    </dgm:pt>
    <dgm:pt modelId="{113F5CE2-6CD9-4259-9000-E90484E6DE3E}" type="pres">
      <dgm:prSet presAssocID="{AB59D273-292F-4205-91D7-8F920A370A96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5BB0DB-DC7A-4D7A-94A8-A90030AA6D4F}" type="pres">
      <dgm:prSet presAssocID="{AB59D273-292F-4205-91D7-8F920A370A96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B724BD-7C7C-4724-B25D-3B56A75A55A1}" type="pres">
      <dgm:prSet presAssocID="{AB59D273-292F-4205-91D7-8F920A370A96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38ECA5-4AFE-471B-8B18-6C07233F788E}" type="pres">
      <dgm:prSet presAssocID="{AB59D273-292F-4205-91D7-8F920A370A96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501035-BE81-4771-92AE-1FBDB148612C}" type="pres">
      <dgm:prSet presAssocID="{AB59D273-292F-4205-91D7-8F920A370A96}" presName="quadrantPlaceholder" presStyleCnt="0"/>
      <dgm:spPr/>
    </dgm:pt>
    <dgm:pt modelId="{4B5B459E-35E2-4452-AC7D-EEB6B32A5845}" type="pres">
      <dgm:prSet presAssocID="{AB59D273-292F-4205-91D7-8F920A370A96}" presName="center1" presStyleLbl="fgShp" presStyleIdx="0" presStyleCnt="2"/>
      <dgm:spPr/>
    </dgm:pt>
    <dgm:pt modelId="{67D31FAA-5FEB-4A2B-9226-3BF3B94DF388}" type="pres">
      <dgm:prSet presAssocID="{AB59D273-292F-4205-91D7-8F920A370A96}" presName="center2" presStyleLbl="fgShp" presStyleIdx="1" presStyleCnt="2"/>
      <dgm:spPr/>
    </dgm:pt>
  </dgm:ptLst>
  <dgm:cxnLst>
    <dgm:cxn modelId="{55EA9C9D-4312-43E6-AFF5-BA3677B1DAD3}" type="presOf" srcId="{1103EF5F-278C-4D34-BC90-F8BF41A6F2D4}" destId="{C738ECA5-4AFE-471B-8B18-6C07233F788E}" srcOrd="0" destOrd="0" presId="urn:microsoft.com/office/officeart/2005/8/layout/cycle4"/>
    <dgm:cxn modelId="{D43742B7-73B6-4772-AEFC-09A9E561C847}" type="presOf" srcId="{386B0995-3171-401F-B54F-0198B21C43F1}" destId="{6DE49CD1-6CF6-4927-B497-C90CD06ABC1B}" srcOrd="0" destOrd="0" presId="urn:microsoft.com/office/officeart/2005/8/layout/cycle4"/>
    <dgm:cxn modelId="{5526A5DF-179B-4E28-B0C1-B1218889D078}" srcId="{AB59D273-292F-4205-91D7-8F920A370A96}" destId="{2512D5CD-A5F8-4DF3-8347-C1F1C8B29CB1}" srcOrd="0" destOrd="0" parTransId="{37427823-4274-48C9-BBDA-4E57A7CBFC2B}" sibTransId="{85B258E9-0358-4C7B-993F-9307E36E0DD3}"/>
    <dgm:cxn modelId="{655A39A5-8E83-437F-B017-997A74EAA6C3}" type="presOf" srcId="{78CFBAFC-FD18-4B62-A1C8-8F20C593ABE7}" destId="{1A386816-6681-4CBE-8CFD-D2A209D4616D}" srcOrd="1" destOrd="0" presId="urn:microsoft.com/office/officeart/2005/8/layout/cycle4"/>
    <dgm:cxn modelId="{9D63F446-D330-45FF-94D2-5FA2C8DC23C7}" srcId="{1103EF5F-278C-4D34-BC90-F8BF41A6F2D4}" destId="{2CEAA038-1959-4DC3-8CF7-2C4C5C6788AC}" srcOrd="0" destOrd="0" parTransId="{F4ED0848-9489-47F8-A36A-D5BCE5562926}" sibTransId="{F489DF05-2268-473D-9536-3A11E7D0671E}"/>
    <dgm:cxn modelId="{B0CC0BE0-142B-4414-8082-C246C792F442}" srcId="{AB59D273-292F-4205-91D7-8F920A370A96}" destId="{1103EF5F-278C-4D34-BC90-F8BF41A6F2D4}" srcOrd="3" destOrd="0" parTransId="{AB54154C-5F8C-4EB1-9927-7D5A20F1546B}" sibTransId="{71AFECEA-0C51-4F23-BBC7-FB2FF9D81077}"/>
    <dgm:cxn modelId="{088569B4-373D-40BB-B05C-2E081F8D575C}" type="presOf" srcId="{BE589D2C-3227-45D4-85FB-A43C9A4D5410}" destId="{D5AF0F88-1F72-4D78-B955-FB8A2F3DA16F}" srcOrd="1" destOrd="0" presId="urn:microsoft.com/office/officeart/2005/8/layout/cycle4"/>
    <dgm:cxn modelId="{93DD18F7-FA18-4136-81AE-E9D74FDEF17F}" type="presOf" srcId="{78CFBAFC-FD18-4B62-A1C8-8F20C593ABE7}" destId="{0E3E7A23-5B5E-4920-8177-8CE213F38194}" srcOrd="0" destOrd="0" presId="urn:microsoft.com/office/officeart/2005/8/layout/cycle4"/>
    <dgm:cxn modelId="{016D1324-C2FB-4956-8910-16B4A19C78CF}" type="presOf" srcId="{AB59D273-292F-4205-91D7-8F920A370A96}" destId="{41D7E95A-E586-4E59-9D98-FAA0FEF5FA72}" srcOrd="0" destOrd="0" presId="urn:microsoft.com/office/officeart/2005/8/layout/cycle4"/>
    <dgm:cxn modelId="{E747CB3C-306F-4F9E-B61B-0E9A64A55BA8}" srcId="{AB59D273-292F-4205-91D7-8F920A370A96}" destId="{F10C0ED7-BCBB-4DED-B210-50E5737D7715}" srcOrd="1" destOrd="0" parTransId="{EB1E6E8A-D31D-45C2-8AD6-A5E65711DA17}" sibTransId="{E9C4E6CC-8D71-4CB3-82B7-C202F369B572}"/>
    <dgm:cxn modelId="{4C61E10F-5511-44DF-989C-EFD8BDDB6EF8}" srcId="{F10C0ED7-BCBB-4DED-B210-50E5737D7715}" destId="{BE589D2C-3227-45D4-85FB-A43C9A4D5410}" srcOrd="0" destOrd="0" parTransId="{4E14BAB7-6AFB-4B83-97A7-26FFF0B139D4}" sibTransId="{73E58284-74E0-4859-A1B7-6CCCDBCC2E44}"/>
    <dgm:cxn modelId="{73963985-9146-476B-B6C3-D025331C7D42}" srcId="{2512D5CD-A5F8-4DF3-8347-C1F1C8B29CB1}" destId="{386B0995-3171-401F-B54F-0198B21C43F1}" srcOrd="0" destOrd="0" parTransId="{86518FDF-FA62-4050-8DD9-BB29F301DCED}" sibTransId="{93D95ED9-A044-47E3-9F1C-788B54C87073}"/>
    <dgm:cxn modelId="{935C6D7C-6142-4C61-9419-FCCC04BCAB77}" type="presOf" srcId="{2CEAA038-1959-4DC3-8CF7-2C4C5C6788AC}" destId="{6BA17365-20D8-458C-A498-F3E9C50EB6BF}" srcOrd="1" destOrd="0" presId="urn:microsoft.com/office/officeart/2005/8/layout/cycle4"/>
    <dgm:cxn modelId="{DE7D9305-E81F-4499-B3DA-B943EEB89CF6}" type="presOf" srcId="{2512D5CD-A5F8-4DF3-8347-C1F1C8B29CB1}" destId="{113F5CE2-6CD9-4259-9000-E90484E6DE3E}" srcOrd="0" destOrd="0" presId="urn:microsoft.com/office/officeart/2005/8/layout/cycle4"/>
    <dgm:cxn modelId="{1701E982-0EB3-4BD4-9D70-1DF159013962}" type="presOf" srcId="{BE589D2C-3227-45D4-85FB-A43C9A4D5410}" destId="{B545ED26-6ADD-4115-8E89-4FF2DB1B07DE}" srcOrd="0" destOrd="0" presId="urn:microsoft.com/office/officeart/2005/8/layout/cycle4"/>
    <dgm:cxn modelId="{61DDC1EB-8CC6-42A4-8C50-D1767F064B34}" type="presOf" srcId="{E9158A91-A6DD-41D2-A613-FBC63F260B39}" destId="{38B724BD-7C7C-4724-B25D-3B56A75A55A1}" srcOrd="0" destOrd="0" presId="urn:microsoft.com/office/officeart/2005/8/layout/cycle4"/>
    <dgm:cxn modelId="{3D34727C-8F2A-4CD6-8378-75B7B75CFF11}" type="presOf" srcId="{2CEAA038-1959-4DC3-8CF7-2C4C5C6788AC}" destId="{63DE3357-62BF-4CF5-AA10-0E8424246DD3}" srcOrd="0" destOrd="0" presId="urn:microsoft.com/office/officeart/2005/8/layout/cycle4"/>
    <dgm:cxn modelId="{0413C682-9E2B-49C1-A844-2FEC889CEDED}" type="presOf" srcId="{386B0995-3171-401F-B54F-0198B21C43F1}" destId="{37911479-E113-4B19-82D1-BC9FA3BEE300}" srcOrd="1" destOrd="0" presId="urn:microsoft.com/office/officeart/2005/8/layout/cycle4"/>
    <dgm:cxn modelId="{1551DCD8-6B0F-413A-8EBB-09BA6E2D9303}" srcId="{E9158A91-A6DD-41D2-A613-FBC63F260B39}" destId="{78CFBAFC-FD18-4B62-A1C8-8F20C593ABE7}" srcOrd="0" destOrd="0" parTransId="{71FF9BA2-33BB-439A-97A3-E61648AD0581}" sibTransId="{D67D27B3-E1D0-4ADA-94D6-9D3B9B0C8CCD}"/>
    <dgm:cxn modelId="{01F9B9B0-28B0-462E-BAC4-6DD15F647241}" srcId="{AB59D273-292F-4205-91D7-8F920A370A96}" destId="{E9158A91-A6DD-41D2-A613-FBC63F260B39}" srcOrd="2" destOrd="0" parTransId="{BE758AE4-4F84-40A8-B141-68565D46166E}" sibTransId="{B0ADB584-5CA3-4751-AA21-5D37FDAC361F}"/>
    <dgm:cxn modelId="{41124D69-E6D2-481D-916E-EB125D3E2B6F}" type="presOf" srcId="{F10C0ED7-BCBB-4DED-B210-50E5737D7715}" destId="{8C5BB0DB-DC7A-4D7A-94A8-A90030AA6D4F}" srcOrd="0" destOrd="0" presId="urn:microsoft.com/office/officeart/2005/8/layout/cycle4"/>
    <dgm:cxn modelId="{6162CE3D-AA7F-4438-B1C4-71FB94C6C1CE}" type="presParOf" srcId="{41D7E95A-E586-4E59-9D98-FAA0FEF5FA72}" destId="{28BCFBB6-597A-4FB6-9231-78BF2F886F78}" srcOrd="0" destOrd="0" presId="urn:microsoft.com/office/officeart/2005/8/layout/cycle4"/>
    <dgm:cxn modelId="{0C02EF62-08FC-45F0-BD4C-5CDFD4B0BBB2}" type="presParOf" srcId="{28BCFBB6-597A-4FB6-9231-78BF2F886F78}" destId="{A8748A78-A1C0-49B7-8B77-6EE273188CA4}" srcOrd="0" destOrd="0" presId="urn:microsoft.com/office/officeart/2005/8/layout/cycle4"/>
    <dgm:cxn modelId="{A4A73BE1-E777-4702-B578-57DB1B671B61}" type="presParOf" srcId="{A8748A78-A1C0-49B7-8B77-6EE273188CA4}" destId="{6DE49CD1-6CF6-4927-B497-C90CD06ABC1B}" srcOrd="0" destOrd="0" presId="urn:microsoft.com/office/officeart/2005/8/layout/cycle4"/>
    <dgm:cxn modelId="{45E00906-AF92-40F9-902E-956CD84DC65D}" type="presParOf" srcId="{A8748A78-A1C0-49B7-8B77-6EE273188CA4}" destId="{37911479-E113-4B19-82D1-BC9FA3BEE300}" srcOrd="1" destOrd="0" presId="urn:microsoft.com/office/officeart/2005/8/layout/cycle4"/>
    <dgm:cxn modelId="{A93331D9-3DE3-4B55-80C6-C9BF8157998B}" type="presParOf" srcId="{28BCFBB6-597A-4FB6-9231-78BF2F886F78}" destId="{5C0C377E-73BA-48A3-AEA0-63F8EA0D40B8}" srcOrd="1" destOrd="0" presId="urn:microsoft.com/office/officeart/2005/8/layout/cycle4"/>
    <dgm:cxn modelId="{9314CAF9-3A28-4542-901C-0399E90E271B}" type="presParOf" srcId="{5C0C377E-73BA-48A3-AEA0-63F8EA0D40B8}" destId="{B545ED26-6ADD-4115-8E89-4FF2DB1B07DE}" srcOrd="0" destOrd="0" presId="urn:microsoft.com/office/officeart/2005/8/layout/cycle4"/>
    <dgm:cxn modelId="{46D6808F-264B-4990-903F-382FBBDCDB30}" type="presParOf" srcId="{5C0C377E-73BA-48A3-AEA0-63F8EA0D40B8}" destId="{D5AF0F88-1F72-4D78-B955-FB8A2F3DA16F}" srcOrd="1" destOrd="0" presId="urn:microsoft.com/office/officeart/2005/8/layout/cycle4"/>
    <dgm:cxn modelId="{1BB2BC86-A1CD-485A-8859-F6BC9FE36E51}" type="presParOf" srcId="{28BCFBB6-597A-4FB6-9231-78BF2F886F78}" destId="{3C36AA64-4061-4923-BF6A-55737EF680B9}" srcOrd="2" destOrd="0" presId="urn:microsoft.com/office/officeart/2005/8/layout/cycle4"/>
    <dgm:cxn modelId="{77EAD70A-D014-4CB3-906E-6776E6374F10}" type="presParOf" srcId="{3C36AA64-4061-4923-BF6A-55737EF680B9}" destId="{0E3E7A23-5B5E-4920-8177-8CE213F38194}" srcOrd="0" destOrd="0" presId="urn:microsoft.com/office/officeart/2005/8/layout/cycle4"/>
    <dgm:cxn modelId="{73CE9291-E8A2-47F5-B7F7-9F0BD204D013}" type="presParOf" srcId="{3C36AA64-4061-4923-BF6A-55737EF680B9}" destId="{1A386816-6681-4CBE-8CFD-D2A209D4616D}" srcOrd="1" destOrd="0" presId="urn:microsoft.com/office/officeart/2005/8/layout/cycle4"/>
    <dgm:cxn modelId="{F3F710D4-0C71-4E12-99F2-9C8AD24EA0E2}" type="presParOf" srcId="{28BCFBB6-597A-4FB6-9231-78BF2F886F78}" destId="{EACBC6CD-752A-4974-B835-347F6F89D5D9}" srcOrd="3" destOrd="0" presId="urn:microsoft.com/office/officeart/2005/8/layout/cycle4"/>
    <dgm:cxn modelId="{998A7B40-F2B3-42F4-B6C9-0981CF78142A}" type="presParOf" srcId="{EACBC6CD-752A-4974-B835-347F6F89D5D9}" destId="{63DE3357-62BF-4CF5-AA10-0E8424246DD3}" srcOrd="0" destOrd="0" presId="urn:microsoft.com/office/officeart/2005/8/layout/cycle4"/>
    <dgm:cxn modelId="{7919D78E-8294-4CC6-8352-3A7B00B309DF}" type="presParOf" srcId="{EACBC6CD-752A-4974-B835-347F6F89D5D9}" destId="{6BA17365-20D8-458C-A498-F3E9C50EB6BF}" srcOrd="1" destOrd="0" presId="urn:microsoft.com/office/officeart/2005/8/layout/cycle4"/>
    <dgm:cxn modelId="{99A41896-CDDA-4D6C-8722-CD70810161CC}" type="presParOf" srcId="{28BCFBB6-597A-4FB6-9231-78BF2F886F78}" destId="{F49058CA-F4F0-4B0C-9202-AFEDBA1C851F}" srcOrd="4" destOrd="0" presId="urn:microsoft.com/office/officeart/2005/8/layout/cycle4"/>
    <dgm:cxn modelId="{90253577-D735-4A5C-8542-5547B48CC3EA}" type="presParOf" srcId="{41D7E95A-E586-4E59-9D98-FAA0FEF5FA72}" destId="{99A67AFA-90C8-4B62-B1FE-EA28B706FC17}" srcOrd="1" destOrd="0" presId="urn:microsoft.com/office/officeart/2005/8/layout/cycle4"/>
    <dgm:cxn modelId="{A5E7D9E4-52DC-48D3-8FEE-C54DFCFDF390}" type="presParOf" srcId="{99A67AFA-90C8-4B62-B1FE-EA28B706FC17}" destId="{113F5CE2-6CD9-4259-9000-E90484E6DE3E}" srcOrd="0" destOrd="0" presId="urn:microsoft.com/office/officeart/2005/8/layout/cycle4"/>
    <dgm:cxn modelId="{FDF2C8DB-734C-45E1-BC9C-C6C9E5511671}" type="presParOf" srcId="{99A67AFA-90C8-4B62-B1FE-EA28B706FC17}" destId="{8C5BB0DB-DC7A-4D7A-94A8-A90030AA6D4F}" srcOrd="1" destOrd="0" presId="urn:microsoft.com/office/officeart/2005/8/layout/cycle4"/>
    <dgm:cxn modelId="{2C4F1619-246F-4581-8AEB-4398E5943EC5}" type="presParOf" srcId="{99A67AFA-90C8-4B62-B1FE-EA28B706FC17}" destId="{38B724BD-7C7C-4724-B25D-3B56A75A55A1}" srcOrd="2" destOrd="0" presId="urn:microsoft.com/office/officeart/2005/8/layout/cycle4"/>
    <dgm:cxn modelId="{E85724C5-F156-4CFB-B6E3-B63EBB2222A1}" type="presParOf" srcId="{99A67AFA-90C8-4B62-B1FE-EA28B706FC17}" destId="{C738ECA5-4AFE-471B-8B18-6C07233F788E}" srcOrd="3" destOrd="0" presId="urn:microsoft.com/office/officeart/2005/8/layout/cycle4"/>
    <dgm:cxn modelId="{14B274E8-929D-4DBE-AE9D-399004A71E31}" type="presParOf" srcId="{99A67AFA-90C8-4B62-B1FE-EA28B706FC17}" destId="{7B501035-BE81-4771-92AE-1FBDB148612C}" srcOrd="4" destOrd="0" presId="urn:microsoft.com/office/officeart/2005/8/layout/cycle4"/>
    <dgm:cxn modelId="{2E5F0DC5-38CF-47B0-B1BD-6FB6A1A35742}" type="presParOf" srcId="{41D7E95A-E586-4E59-9D98-FAA0FEF5FA72}" destId="{4B5B459E-35E2-4452-AC7D-EEB6B32A5845}" srcOrd="2" destOrd="0" presId="urn:microsoft.com/office/officeart/2005/8/layout/cycle4"/>
    <dgm:cxn modelId="{F9C9FC27-A5A1-4BF1-865F-29E2C0C48DBF}" type="presParOf" srcId="{41D7E95A-E586-4E59-9D98-FAA0FEF5FA72}" destId="{67D31FAA-5FEB-4A2B-9226-3BF3B94DF388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3E7A23-5B5E-4920-8177-8CE213F38194}">
      <dsp:nvSpPr>
        <dsp:cNvPr id="0" name=""/>
        <dsp:cNvSpPr/>
      </dsp:nvSpPr>
      <dsp:spPr>
        <a:xfrm>
          <a:off x="3373079" y="3462626"/>
          <a:ext cx="2067371" cy="13391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IN" sz="1400" kern="1200" dirty="0"/>
            <a:t>Authority + Citizen + Field Officer </a:t>
          </a:r>
        </a:p>
      </dsp:txBody>
      <dsp:txXfrm>
        <a:off x="4022708" y="3826841"/>
        <a:ext cx="1388323" cy="945554"/>
      </dsp:txXfrm>
    </dsp:sp>
    <dsp:sp modelId="{63DE3357-62BF-4CF5-AA10-0E8424246DD3}">
      <dsp:nvSpPr>
        <dsp:cNvPr id="0" name=""/>
        <dsp:cNvSpPr/>
      </dsp:nvSpPr>
      <dsp:spPr>
        <a:xfrm>
          <a:off x="0" y="3462626"/>
          <a:ext cx="2067371" cy="13391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400" b="0" kern="1200" dirty="0"/>
            <a:t>District → State → North-East India</a:t>
          </a:r>
        </a:p>
      </dsp:txBody>
      <dsp:txXfrm>
        <a:off x="29418" y="3826841"/>
        <a:ext cx="1388323" cy="945554"/>
      </dsp:txXfrm>
    </dsp:sp>
    <dsp:sp modelId="{B545ED26-6ADD-4115-8E89-4FF2DB1B07DE}">
      <dsp:nvSpPr>
        <dsp:cNvPr id="0" name=""/>
        <dsp:cNvSpPr/>
      </dsp:nvSpPr>
      <dsp:spPr>
        <a:xfrm>
          <a:off x="3373079" y="616852"/>
          <a:ext cx="2067371" cy="13391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400" kern="1200" dirty="0"/>
            <a:t>Satellite + Weather + Historical Data as csv and </a:t>
          </a:r>
          <a:r>
            <a:rPr lang="en-IN" sz="1400" kern="1200" dirty="0" err="1"/>
            <a:t>json</a:t>
          </a:r>
          <a:endParaRPr lang="en-IN" sz="1400" kern="1200" dirty="0"/>
        </a:p>
      </dsp:txBody>
      <dsp:txXfrm>
        <a:off x="4022708" y="646270"/>
        <a:ext cx="1388323" cy="945554"/>
      </dsp:txXfrm>
    </dsp:sp>
    <dsp:sp modelId="{6DE49CD1-6CF6-4927-B497-C90CD06ABC1B}">
      <dsp:nvSpPr>
        <dsp:cNvPr id="0" name=""/>
        <dsp:cNvSpPr/>
      </dsp:nvSpPr>
      <dsp:spPr>
        <a:xfrm>
          <a:off x="0" y="616852"/>
          <a:ext cx="2067371" cy="13391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400" kern="1200" dirty="0"/>
            <a:t>AI + GIS + Web + Mobile</a:t>
          </a:r>
        </a:p>
      </dsp:txBody>
      <dsp:txXfrm>
        <a:off x="29418" y="646270"/>
        <a:ext cx="1388323" cy="945554"/>
      </dsp:txXfrm>
    </dsp:sp>
    <dsp:sp modelId="{113F5CE2-6CD9-4259-9000-E90484E6DE3E}">
      <dsp:nvSpPr>
        <dsp:cNvPr id="0" name=""/>
        <dsp:cNvSpPr/>
      </dsp:nvSpPr>
      <dsp:spPr>
        <a:xfrm>
          <a:off x="866287" y="855395"/>
          <a:ext cx="1812088" cy="1812088"/>
        </a:xfrm>
        <a:prstGeom prst="pieWedge">
          <a:avLst/>
        </a:prstGeom>
        <a:solidFill>
          <a:srgbClr val="4F81B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Technical</a:t>
          </a:r>
        </a:p>
      </dsp:txBody>
      <dsp:txXfrm>
        <a:off x="1397035" y="1386143"/>
        <a:ext cx="1281340" cy="1281340"/>
      </dsp:txXfrm>
    </dsp:sp>
    <dsp:sp modelId="{8C5BB0DB-DC7A-4D7A-94A8-A90030AA6D4F}">
      <dsp:nvSpPr>
        <dsp:cNvPr id="0" name=""/>
        <dsp:cNvSpPr/>
      </dsp:nvSpPr>
      <dsp:spPr>
        <a:xfrm rot="5400000">
          <a:off x="2762074" y="855395"/>
          <a:ext cx="1812088" cy="1812088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Data</a:t>
          </a:r>
        </a:p>
      </dsp:txBody>
      <dsp:txXfrm rot="-5400000">
        <a:off x="2762074" y="1386143"/>
        <a:ext cx="1281340" cy="1281340"/>
      </dsp:txXfrm>
    </dsp:sp>
    <dsp:sp modelId="{38B724BD-7C7C-4724-B25D-3B56A75A55A1}">
      <dsp:nvSpPr>
        <dsp:cNvPr id="0" name=""/>
        <dsp:cNvSpPr/>
      </dsp:nvSpPr>
      <dsp:spPr>
        <a:xfrm rot="10800000">
          <a:off x="2762074" y="2751183"/>
          <a:ext cx="1812088" cy="1812088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Operational</a:t>
          </a:r>
        </a:p>
      </dsp:txBody>
      <dsp:txXfrm rot="10800000">
        <a:off x="2762074" y="2751183"/>
        <a:ext cx="1281340" cy="1281340"/>
      </dsp:txXfrm>
    </dsp:sp>
    <dsp:sp modelId="{C738ECA5-4AFE-471B-8B18-6C07233F788E}">
      <dsp:nvSpPr>
        <dsp:cNvPr id="0" name=""/>
        <dsp:cNvSpPr/>
      </dsp:nvSpPr>
      <dsp:spPr>
        <a:xfrm rot="16200000">
          <a:off x="866287" y="2751183"/>
          <a:ext cx="1812088" cy="1812088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Scalability</a:t>
          </a:r>
        </a:p>
      </dsp:txBody>
      <dsp:txXfrm rot="5400000">
        <a:off x="1397035" y="2751183"/>
        <a:ext cx="1281340" cy="1281340"/>
      </dsp:txXfrm>
    </dsp:sp>
    <dsp:sp modelId="{4B5B459E-35E2-4452-AC7D-EEB6B32A5845}">
      <dsp:nvSpPr>
        <dsp:cNvPr id="0" name=""/>
        <dsp:cNvSpPr/>
      </dsp:nvSpPr>
      <dsp:spPr>
        <a:xfrm>
          <a:off x="2407399" y="2332686"/>
          <a:ext cx="625651" cy="544045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D31FAA-5FEB-4A2B-9226-3BF3B94DF388}">
      <dsp:nvSpPr>
        <dsp:cNvPr id="0" name=""/>
        <dsp:cNvSpPr/>
      </dsp:nvSpPr>
      <dsp:spPr>
        <a:xfrm rot="10800000">
          <a:off x="2407399" y="2541935"/>
          <a:ext cx="625651" cy="544045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agtail.ruralindiaonline.org/en/library/resource/landslide-atlas-of-india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0273117725007082" TargetMode="External"/><Relationship Id="rId5" Type="http://schemas.openxmlformats.org/officeDocument/2006/relationships/hyperlink" Target="https://link.springer.com/article/10.1007/s41748-026-01036-3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115" y="1008996"/>
            <a:ext cx="5924550" cy="4732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26001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AI-Based early warning and landslide 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 Risk Monitoring System in NER                 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dirty="0"/>
              <a:t>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Disaster Management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Team Drishti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1FEEA511-0297-35ED-82BF-4FA3D61A7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38" y="3923333"/>
            <a:ext cx="10307528" cy="25152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3" y="29430"/>
            <a:ext cx="10972800" cy="50323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600" b="1" dirty="0" err="1"/>
              <a:t>BhuRakshak</a:t>
            </a:r>
            <a:r>
              <a:rPr lang="en-IN" sz="3600" b="1" dirty="0"/>
              <a:t> AI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62064" y="2943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Drishti 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0"/>
            <a:ext cx="2249850" cy="1062337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7E80A9-9670-2711-ABF4-1CBDD4931A4A}"/>
              </a:ext>
            </a:extLst>
          </p:cNvPr>
          <p:cNvSpPr/>
          <p:nvPr/>
        </p:nvSpPr>
        <p:spPr>
          <a:xfrm>
            <a:off x="162064" y="1062338"/>
            <a:ext cx="11420336" cy="95098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3FFDA2-67B0-32C4-779E-35FADB6DACBD}"/>
              </a:ext>
            </a:extLst>
          </p:cNvPr>
          <p:cNvSpPr txBox="1"/>
          <p:nvPr/>
        </p:nvSpPr>
        <p:spPr>
          <a:xfrm>
            <a:off x="162064" y="1091767"/>
            <a:ext cx="111227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b="1" dirty="0"/>
              <a:t>SOLUTION : </a:t>
            </a:r>
            <a:r>
              <a:rPr lang="en-IN" dirty="0"/>
              <a:t>“</a:t>
            </a:r>
            <a:r>
              <a:rPr lang="en-IN" dirty="0" err="1"/>
              <a:t>BhuRakshak</a:t>
            </a:r>
            <a:r>
              <a:rPr lang="en-IN" dirty="0"/>
              <a:t> AI turns landslide data into early warnings and action ”</a:t>
            </a:r>
          </a:p>
          <a:p>
            <a:pPr algn="just"/>
            <a:r>
              <a:rPr lang="en-IN" b="1" dirty="0" err="1"/>
              <a:t>BhuRakshak</a:t>
            </a:r>
            <a:r>
              <a:rPr lang="en-IN" b="1" dirty="0"/>
              <a:t> AI </a:t>
            </a:r>
            <a:r>
              <a:rPr lang="en-IN" dirty="0"/>
              <a:t>: A </a:t>
            </a:r>
            <a:r>
              <a:rPr lang="en-IN" b="1" dirty="0"/>
              <a:t>Web + Mobile AI platform</a:t>
            </a:r>
            <a:r>
              <a:rPr lang="en-IN" dirty="0"/>
              <a:t> for North-East India that uses rainfall, terrain, satellite and historical data to assess landslide risk.</a:t>
            </a:r>
          </a:p>
          <a:p>
            <a:pPr algn="just"/>
            <a:endParaRPr lang="en-IN" b="1" dirty="0"/>
          </a:p>
          <a:p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573B4AD-181B-2F08-7244-7A5C5B467C8B}"/>
              </a:ext>
            </a:extLst>
          </p:cNvPr>
          <p:cNvSpPr/>
          <p:nvPr/>
        </p:nvSpPr>
        <p:spPr>
          <a:xfrm>
            <a:off x="162064" y="2144894"/>
            <a:ext cx="5367879" cy="174585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110195-9AC5-6499-D406-51915D6F489B}"/>
              </a:ext>
            </a:extLst>
          </p:cNvPr>
          <p:cNvSpPr txBox="1"/>
          <p:nvPr/>
        </p:nvSpPr>
        <p:spPr>
          <a:xfrm>
            <a:off x="245440" y="2169007"/>
            <a:ext cx="53291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b="1" dirty="0"/>
              <a:t>Key Highlights</a:t>
            </a:r>
            <a:endParaRPr lang="en-IN" dirty="0"/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b="1" dirty="0"/>
              <a:t>Predict →</a:t>
            </a:r>
            <a:r>
              <a:rPr lang="en-IN" dirty="0"/>
              <a:t> AI-based risk levels 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b="1" dirty="0"/>
              <a:t>Map →</a:t>
            </a:r>
            <a:r>
              <a:rPr lang="en-IN" dirty="0"/>
              <a:t> GIS risk zones, roads &amp; settlements 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b="1" dirty="0"/>
              <a:t>Verify →</a:t>
            </a:r>
            <a:r>
              <a:rPr lang="en-IN" dirty="0"/>
              <a:t> Geo-tagged field/citizen reports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Respond→ </a:t>
            </a:r>
            <a:r>
              <a:rPr lang="en-IN" dirty="0"/>
              <a:t>Alerts, safety guidance&amp; response priority</a:t>
            </a:r>
          </a:p>
          <a:p>
            <a:pPr algn="just"/>
            <a:endParaRPr lang="en-IN" dirty="0"/>
          </a:p>
          <a:p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CB1712D-E3A9-76FE-97FD-287F413EAB28}"/>
              </a:ext>
            </a:extLst>
          </p:cNvPr>
          <p:cNvSpPr/>
          <p:nvPr/>
        </p:nvSpPr>
        <p:spPr>
          <a:xfrm>
            <a:off x="5762171" y="2152716"/>
            <a:ext cx="5820229" cy="177061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7D6ECE-3EED-E073-2D94-C1D7D34984F9}"/>
              </a:ext>
            </a:extLst>
          </p:cNvPr>
          <p:cNvSpPr txBox="1"/>
          <p:nvPr/>
        </p:nvSpPr>
        <p:spPr>
          <a:xfrm>
            <a:off x="5872232" y="2144894"/>
            <a:ext cx="55734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WHY IT MATTERS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Enables </a:t>
            </a:r>
            <a:r>
              <a:rPr lang="en-IN" b="1" dirty="0"/>
              <a:t>early risk monitoring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Combines </a:t>
            </a:r>
            <a:r>
              <a:rPr lang="en-IN" b="1" dirty="0"/>
              <a:t>prediction + field verification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Helps authorities </a:t>
            </a:r>
            <a:r>
              <a:rPr lang="en-IN" b="1" dirty="0"/>
              <a:t>prioritise high-risk areas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Supports </a:t>
            </a:r>
            <a:r>
              <a:rPr lang="en-IN" b="1" dirty="0"/>
              <a:t>offline reporting + SMS/push alerts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62064" y="1290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Drishti 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7294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4C113C-57FE-DEC8-FAAC-9651B91FBDD7}"/>
              </a:ext>
            </a:extLst>
          </p:cNvPr>
          <p:cNvSpPr/>
          <p:nvPr/>
        </p:nvSpPr>
        <p:spPr>
          <a:xfrm>
            <a:off x="162065" y="1095375"/>
            <a:ext cx="5235436" cy="415118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6BAAAB-2E49-502E-AF6C-B08CC0C7B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423" y="4162582"/>
            <a:ext cx="607630" cy="69934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06AC71-6F66-4C6B-EE25-B88B072AE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214" y="4176856"/>
            <a:ext cx="700428" cy="69934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E4CC84B-949D-1D85-338A-97D6FF060E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9600" y="4192431"/>
            <a:ext cx="726414" cy="69934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75E032-E38F-79DE-7099-B2D6A7FEB5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5850" y="4186662"/>
            <a:ext cx="700427" cy="73484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48DB276-2156-61AE-A1ED-2E32EA6116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7438" y="4171593"/>
            <a:ext cx="645293" cy="70818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9C9CFC-4810-E40C-52B5-5F00EE6ECD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3892" y="4142286"/>
            <a:ext cx="700427" cy="73391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C900CBF-48A5-95F1-A139-C407636D4A81}"/>
              </a:ext>
            </a:extLst>
          </p:cNvPr>
          <p:cNvSpPr txBox="1"/>
          <p:nvPr/>
        </p:nvSpPr>
        <p:spPr>
          <a:xfrm>
            <a:off x="281722" y="1433729"/>
            <a:ext cx="49198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Technologies to be Used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Web App →</a:t>
            </a:r>
            <a:r>
              <a:rPr lang="en-IN" dirty="0"/>
              <a:t> Next.js +  OpenStreetMap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Mobile App →</a:t>
            </a:r>
            <a:r>
              <a:rPr lang="en-IN" dirty="0"/>
              <a:t> Capacitor.js + </a:t>
            </a:r>
            <a:r>
              <a:rPr lang="en-IN" dirty="0" err="1"/>
              <a:t>PostGIS</a:t>
            </a:r>
            <a:r>
              <a:rPr lang="en-IN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Backend →</a:t>
            </a:r>
            <a:r>
              <a:rPr lang="en-IN" dirty="0"/>
              <a:t> Node.js, PostgreSQL + </a:t>
            </a:r>
            <a:r>
              <a:rPr lang="en-IN" dirty="0" err="1"/>
              <a:t>PostGIS</a:t>
            </a: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AI/ML →</a:t>
            </a:r>
            <a:r>
              <a:rPr lang="en-IN" dirty="0"/>
              <a:t> </a:t>
            </a:r>
            <a:r>
              <a:rPr lang="en-IN" dirty="0" err="1"/>
              <a:t>XGBoost</a:t>
            </a:r>
            <a:r>
              <a:rPr lang="en-IN" dirty="0"/>
              <a:t> / Random Forest + SHAP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Alerts →</a:t>
            </a:r>
            <a:r>
              <a:rPr lang="en-IN" dirty="0"/>
              <a:t> Firebase Cloud Messaging + SMS Gateway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b="1" dirty="0"/>
              <a:t>Storage/Auth →</a:t>
            </a:r>
            <a:r>
              <a:rPr lang="en-IN" dirty="0"/>
              <a:t> AWS S3 + JWT/Firebase Auth</a:t>
            </a:r>
          </a:p>
          <a:p>
            <a:r>
              <a:rPr lang="en-IN" dirty="0"/>
              <a:t>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8A2A53-829D-F256-4061-F9EC656B57FE}"/>
              </a:ext>
            </a:extLst>
          </p:cNvPr>
          <p:cNvSpPr txBox="1"/>
          <p:nvPr/>
        </p:nvSpPr>
        <p:spPr>
          <a:xfrm>
            <a:off x="2220686" y="5650167"/>
            <a:ext cx="7184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dirty="0">
                <a:solidFill>
                  <a:schemeClr val="tx1"/>
                </a:solidFill>
                <a:effectLst/>
                <a:latin typeface="Calibri" pitchFamily="34" charset="0"/>
              </a:rPr>
              <a:t>Data -&gt; Analyse</a:t>
            </a:r>
            <a:r>
              <a:rPr lang="en-IN" sz="2000" b="1" dirty="0"/>
              <a:t> -&gt; 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Calibri" pitchFamily="34" charset="0"/>
              </a:rPr>
              <a:t> Predict –&gt; Map -&gt; Verify -&gt; Alert -&gt;Respond</a:t>
            </a:r>
            <a:endParaRPr lang="en-IN" sz="20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D74B7A-570C-245C-2990-93DF2F25604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5902"/>
          <a:stretch>
            <a:fillRect/>
          </a:stretch>
        </p:blipFill>
        <p:spPr>
          <a:xfrm>
            <a:off x="5517159" y="1135705"/>
            <a:ext cx="6674840" cy="4490398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62857" y="-16720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62064" y="1290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Drishti 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093" y="-86541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088A84-B671-30DD-5981-434B93A352FE}"/>
              </a:ext>
            </a:extLst>
          </p:cNvPr>
          <p:cNvSpPr/>
          <p:nvPr/>
        </p:nvSpPr>
        <p:spPr>
          <a:xfrm>
            <a:off x="478971" y="1115268"/>
            <a:ext cx="5849258" cy="114300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68E556-7AF9-FD2C-D0A4-04279D5448A5}"/>
              </a:ext>
            </a:extLst>
          </p:cNvPr>
          <p:cNvSpPr/>
          <p:nvPr/>
        </p:nvSpPr>
        <p:spPr>
          <a:xfrm>
            <a:off x="478971" y="2423886"/>
            <a:ext cx="5849258" cy="127725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AA6183-985F-BB20-0890-C9F9B4D9EAEE}"/>
              </a:ext>
            </a:extLst>
          </p:cNvPr>
          <p:cNvSpPr/>
          <p:nvPr/>
        </p:nvSpPr>
        <p:spPr>
          <a:xfrm>
            <a:off x="478970" y="3860800"/>
            <a:ext cx="5849257" cy="1184211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76F1EB-A0E0-5AB1-E37E-D405DDC81FA3}"/>
              </a:ext>
            </a:extLst>
          </p:cNvPr>
          <p:cNvSpPr/>
          <p:nvPr/>
        </p:nvSpPr>
        <p:spPr>
          <a:xfrm>
            <a:off x="478971" y="5210629"/>
            <a:ext cx="5849256" cy="110467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BD9510-64D5-C70D-6769-2C9B9AF17B85}"/>
              </a:ext>
            </a:extLst>
          </p:cNvPr>
          <p:cNvSpPr txBox="1"/>
          <p:nvPr/>
        </p:nvSpPr>
        <p:spPr>
          <a:xfrm>
            <a:off x="478971" y="1135453"/>
            <a:ext cx="60065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1. Technical Feasibility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Web + Mobile platform using </a:t>
            </a:r>
            <a:r>
              <a:rPr lang="en-IN" b="1" dirty="0"/>
              <a:t>Next.js </a:t>
            </a:r>
            <a:r>
              <a:rPr lang="en-IN" b="1" dirty="0" smtClean="0"/>
              <a:t>Capcitor.js &amp; node.js</a:t>
            </a:r>
            <a:endParaRPr lang="en-IN" dirty="0"/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b="1" dirty="0"/>
              <a:t>AI/ML + GIS</a:t>
            </a:r>
            <a:r>
              <a:rPr lang="en-IN" dirty="0"/>
              <a:t> integration with cloud backend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/>
              <a:t>PostgreSQL/</a:t>
            </a:r>
            <a:r>
              <a:rPr lang="en-IN" dirty="0" err="1"/>
              <a:t>PostGIS</a:t>
            </a:r>
            <a:r>
              <a:rPr lang="en-IN" dirty="0"/>
              <a:t> for location-based analysis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73ECE1-296C-9D40-745D-08FFF6C046BF}"/>
              </a:ext>
            </a:extLst>
          </p:cNvPr>
          <p:cNvSpPr txBox="1"/>
          <p:nvPr/>
        </p:nvSpPr>
        <p:spPr>
          <a:xfrm>
            <a:off x="517060" y="2423886"/>
            <a:ext cx="57331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2. Data &amp; Model Feasibility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/>
              <a:t>Uses </a:t>
            </a:r>
            <a:r>
              <a:rPr lang="en-IN" b="1" dirty="0" err="1"/>
              <a:t>rainfall,terrain</a:t>
            </a:r>
            <a:r>
              <a:rPr lang="en-IN" b="1" dirty="0"/>
              <a:t>, satellite &amp; historical landslide data</a:t>
            </a:r>
            <a:r>
              <a:rPr lang="en-IN" dirty="0"/>
              <a:t>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/>
              <a:t>Multiple data sources improve prediction reliability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/>
              <a:t>Model can be retrained with region-specific NER data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9AB30-4E1A-0060-0B8A-A6BA6AC1BEDE}"/>
              </a:ext>
            </a:extLst>
          </p:cNvPr>
          <p:cNvSpPr txBox="1"/>
          <p:nvPr/>
        </p:nvSpPr>
        <p:spPr>
          <a:xfrm>
            <a:off x="517060" y="3860800"/>
            <a:ext cx="58111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3. Operational Viability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b="1" dirty="0"/>
              <a:t>Authority web portal + Citizen/Field Officer mobile app</a:t>
            </a:r>
            <a:r>
              <a:rPr lang="en-IN" dirty="0"/>
              <a:t>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/>
              <a:t>Geo-tagged reports for ground verification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Offline </a:t>
            </a:r>
            <a:r>
              <a:rPr lang="en-IN" b="1" dirty="0" err="1"/>
              <a:t>storage+sync-on-reconnect</a:t>
            </a:r>
            <a:r>
              <a:rPr lang="en-IN" dirty="0" err="1"/>
              <a:t>or</a:t>
            </a:r>
            <a:r>
              <a:rPr lang="en-IN" dirty="0"/>
              <a:t> low-network areas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9C90E9-AB0C-CB93-3102-0E4E061DDD09}"/>
              </a:ext>
            </a:extLst>
          </p:cNvPr>
          <p:cNvSpPr txBox="1"/>
          <p:nvPr/>
        </p:nvSpPr>
        <p:spPr>
          <a:xfrm>
            <a:off x="595088" y="5143272"/>
            <a:ext cx="57712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4. Scalability &amp; Cost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/>
              <a:t>Software-first, mostly </a:t>
            </a:r>
            <a:r>
              <a:rPr lang="en-IN" b="1" dirty="0"/>
              <a:t>open-source technologies</a:t>
            </a:r>
            <a:r>
              <a:rPr lang="en-IN" dirty="0"/>
              <a:t>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/>
              <a:t>Low infrastructure cost for prototype deployment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/>
              <a:t>Scalable from </a:t>
            </a:r>
            <a:r>
              <a:rPr lang="en-IN" b="1" dirty="0"/>
              <a:t>district → state → North-East India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AB79B556-AD67-AFE1-F30A-EB6803B9F1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4907486"/>
              </p:ext>
            </p:extLst>
          </p:nvPr>
        </p:nvGraphicFramePr>
        <p:xfrm>
          <a:off x="6589486" y="719666"/>
          <a:ext cx="54404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49943" y="-21545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62064" y="12020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Drishti 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0A50FB-0845-2E34-7893-D9734204D3EC}"/>
              </a:ext>
            </a:extLst>
          </p:cNvPr>
          <p:cNvSpPr/>
          <p:nvPr/>
        </p:nvSpPr>
        <p:spPr>
          <a:xfrm>
            <a:off x="162064" y="1328755"/>
            <a:ext cx="5135650" cy="2150033"/>
          </a:xfrm>
          <a:prstGeom prst="roundRect">
            <a:avLst/>
          </a:prstGeom>
          <a:solidFill>
            <a:srgbClr val="B9E6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0721AF-B790-B79B-E848-688F8848EDB3}"/>
              </a:ext>
            </a:extLst>
          </p:cNvPr>
          <p:cNvSpPr/>
          <p:nvPr/>
        </p:nvSpPr>
        <p:spPr>
          <a:xfrm>
            <a:off x="162064" y="3862149"/>
            <a:ext cx="5135650" cy="2362209"/>
          </a:xfrm>
          <a:prstGeom prst="roundRect">
            <a:avLst/>
          </a:prstGeom>
          <a:solidFill>
            <a:srgbClr val="B9E6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BC2C26-46A5-8EC1-9720-00FA3BF2BC38}"/>
              </a:ext>
            </a:extLst>
          </p:cNvPr>
          <p:cNvSpPr txBox="1"/>
          <p:nvPr/>
        </p:nvSpPr>
        <p:spPr>
          <a:xfrm>
            <a:off x="378575" y="1447463"/>
            <a:ext cx="44849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Before </a:t>
            </a:r>
            <a:r>
              <a:rPr lang="en-IN" b="1" dirty="0" err="1"/>
              <a:t>BhuRakshak</a:t>
            </a:r>
            <a:r>
              <a:rPr lang="en-IN" b="1" dirty="0"/>
              <a:t> ❌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Limited communication in remote regions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Delayed landslide warnings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Scattered risk and field information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Difficult to identify priority areas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Slow ground-condition verification 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85ECE-32E9-FEC3-AA17-BF2E00F1BC0F}"/>
              </a:ext>
            </a:extLst>
          </p:cNvPr>
          <p:cNvSpPr txBox="1"/>
          <p:nvPr/>
        </p:nvSpPr>
        <p:spPr>
          <a:xfrm>
            <a:off x="262460" y="4006409"/>
            <a:ext cx="49241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With </a:t>
            </a:r>
            <a:r>
              <a:rPr lang="en-IN" b="1" dirty="0" err="1"/>
              <a:t>BhuRakshak</a:t>
            </a:r>
            <a:r>
              <a:rPr lang="en-IN" b="1" dirty="0"/>
              <a:t> ✅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Early AI-based risk identification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GIS-based  of roads &amp; settlements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Real-time citizen/field reports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Faster response prioritisation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Offline reporting + push/SMS alerts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Better coordination between authorities and communities</a:t>
            </a:r>
          </a:p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04C796A-3F37-71BC-E83C-372EA79FF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877" y="1280795"/>
            <a:ext cx="6738059" cy="505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62064" y="3696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Drishti 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C08D61-EC48-887E-09EC-FD797BAA7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773" y="1144500"/>
            <a:ext cx="4867654" cy="5027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120406-9BE9-D661-15E3-C22A30B9002F}"/>
              </a:ext>
            </a:extLst>
          </p:cNvPr>
          <p:cNvSpPr txBox="1"/>
          <p:nvPr/>
        </p:nvSpPr>
        <p:spPr>
          <a:xfrm>
            <a:off x="118521" y="1228069"/>
            <a:ext cx="609600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500" dirty="0"/>
              <a:t>Mihu, Shiv, et al. "Machine Learning-based Landslide Susceptibility </a:t>
            </a:r>
            <a:r>
              <a:rPr lang="en-IN" sz="1500" dirty="0" err="1"/>
              <a:t>Modeling</a:t>
            </a:r>
            <a:r>
              <a:rPr lang="en-IN" sz="1500" dirty="0"/>
              <a:t> in the </a:t>
            </a:r>
            <a:r>
              <a:rPr lang="en-IN" sz="1500" dirty="0" err="1"/>
              <a:t>Dibang</a:t>
            </a:r>
            <a:r>
              <a:rPr lang="en-IN" sz="1500" dirty="0"/>
              <a:t> Valley, NE India." </a:t>
            </a:r>
            <a:r>
              <a:rPr lang="en-IN" sz="1500" i="1" dirty="0"/>
              <a:t>Earth Systems and Environment</a:t>
            </a:r>
            <a:r>
              <a:rPr lang="en-IN" sz="1500" dirty="0"/>
              <a:t> (2026): 1-25.                                                                             Available at :</a:t>
            </a:r>
            <a:r>
              <a:rPr lang="en-IN" sz="1500" u="sng" dirty="0">
                <a:hlinkClick r:id="rId5"/>
              </a:rPr>
              <a:t>https://link.springer.com/article/10.1007/s41748-026-01036-3</a:t>
            </a:r>
            <a:endParaRPr lang="en-IN" sz="1500" dirty="0"/>
          </a:p>
          <a:p>
            <a:pPr marL="342900" indent="-342900">
              <a:buFont typeface="+mj-lt"/>
              <a:buAutoNum type="arabicPeriod"/>
            </a:pPr>
            <a:endParaRPr lang="en-IN" sz="1500" dirty="0"/>
          </a:p>
          <a:p>
            <a:pPr marL="342900" indent="-342900">
              <a:buFont typeface="+mj-lt"/>
              <a:buAutoNum type="arabicPeriod"/>
            </a:pPr>
            <a:r>
              <a:rPr lang="en-IN" sz="1500" dirty="0"/>
              <a:t>Dutta, Bikash, et al. "Landslide susceptible zonation mapping of Sikkim using deterministic and machine learning approach." </a:t>
            </a:r>
            <a:r>
              <a:rPr lang="en-IN" sz="1500" i="1" dirty="0"/>
              <a:t>Advances in Space Research</a:t>
            </a:r>
            <a:r>
              <a:rPr lang="en-IN" sz="1500" dirty="0"/>
              <a:t> 76.6 (2025): 3239-3258.                                                               Available at : </a:t>
            </a:r>
            <a:r>
              <a:rPr lang="en-IN" sz="1500" u="sng" dirty="0">
                <a:hlinkClick r:id="rId6"/>
              </a:rPr>
              <a:t>https://www.sciencedirect.com/science/article/pii/S0273117725007082</a:t>
            </a:r>
            <a:endParaRPr lang="en-IN" sz="1500" dirty="0"/>
          </a:p>
          <a:p>
            <a:pPr marL="342900" indent="-342900">
              <a:buFont typeface="+mj-lt"/>
              <a:buAutoNum type="arabicPeriod"/>
            </a:pPr>
            <a:endParaRPr lang="en-IN" sz="1500" dirty="0"/>
          </a:p>
          <a:p>
            <a:pPr marL="342900" indent="-342900">
              <a:buFont typeface="+mj-lt"/>
              <a:buAutoNum type="arabicPeriod"/>
            </a:pPr>
            <a:r>
              <a:rPr lang="en-IN" sz="1500" dirty="0"/>
              <a:t>Jain, Nirmala, et al. </a:t>
            </a:r>
            <a:r>
              <a:rPr lang="en-IN" sz="1500" i="1" dirty="0"/>
              <a:t>Landslide Atlas of India:(Mapping, monitoring and R&amp;D studies using remote sensing data)</a:t>
            </a:r>
            <a:r>
              <a:rPr lang="en-IN" sz="1500" dirty="0"/>
              <a:t>. National Remote Sensing Centre, Indian Space Research Organisation, Department of Space, 2023.                                                                                                         Available at :</a:t>
            </a:r>
            <a:r>
              <a:rPr lang="en-IN" sz="1500" u="sng" dirty="0">
                <a:hlinkClick r:id="rId7"/>
              </a:rPr>
              <a:t>Landslide Atlas of India: Mapping, Monitoring and R&amp;D studies using Remote Sensing data</a:t>
            </a:r>
            <a:endParaRPr lang="en-IN" sz="1500" dirty="0"/>
          </a:p>
          <a:p>
            <a:endParaRPr lang="en-IN" sz="15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8736</TotalTime>
  <Words>450</Words>
  <Application>Microsoft Office PowerPoint</Application>
  <PresentationFormat>Widescreen</PresentationFormat>
  <Paragraphs>103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BhuRakshak AI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admin</cp:lastModifiedBy>
  <cp:revision>153</cp:revision>
  <dcterms:created xsi:type="dcterms:W3CDTF">2013-12-12T18:46:50Z</dcterms:created>
  <dcterms:modified xsi:type="dcterms:W3CDTF">2026-09-08T02:59:30Z</dcterms:modified>
  <cp:category/>
</cp:coreProperties>
</file>